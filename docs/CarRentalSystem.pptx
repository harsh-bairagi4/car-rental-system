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ans Bold" panose="020B0604020202020204" charset="0"/>
      <p:regular r:id="rId16"/>
    </p:embeddedFont>
    <p:embeddedFont>
      <p:font typeface="Canva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svg"/><Relationship Id="rId7" Type="http://schemas.openxmlformats.org/officeDocument/2006/relationships/image" Target="../media/image14.svg"/><Relationship Id="rId12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6.sv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4.svg"/><Relationship Id="rId3" Type="http://schemas.openxmlformats.org/officeDocument/2006/relationships/image" Target="../media/image31.svg"/><Relationship Id="rId7" Type="http://schemas.openxmlformats.org/officeDocument/2006/relationships/image" Target="../media/image10.svg"/><Relationship Id="rId12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5" Type="http://schemas.openxmlformats.org/officeDocument/2006/relationships/image" Target="../media/image28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2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0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4.sv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7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24" Type="http://schemas.openxmlformats.org/officeDocument/2006/relationships/image" Target="../media/image13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6.png"/><Relationship Id="rId19" Type="http://schemas.openxmlformats.org/officeDocument/2006/relationships/image" Target="../media/image20.sv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45461">
            <a:off x="15091999" y="5662434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300510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688802" y="2665980"/>
            <a:ext cx="10910396" cy="320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sz="12998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Car Rental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38935" y="7040250"/>
            <a:ext cx="7464860" cy="113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Submitted To-</a:t>
            </a:r>
          </a:p>
          <a:p>
            <a:pPr algn="ctr">
              <a:lnSpc>
                <a:spcPts val="4381"/>
              </a:lnSpc>
            </a:pPr>
            <a:r>
              <a:rPr lang="en-US" sz="4381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Mr. Pawan Sahu Sir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25792" y="235165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32984" y="7040250"/>
            <a:ext cx="7196994" cy="113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Submitted By-</a:t>
            </a:r>
          </a:p>
          <a:p>
            <a:pPr algn="ctr">
              <a:lnSpc>
                <a:spcPts val="4381"/>
              </a:lnSpc>
            </a:pPr>
            <a:r>
              <a:rPr lang="en-US" sz="4381" b="1" spc="-8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 Harsh Bairagi(Batch-15)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950" y="2084821"/>
            <a:ext cx="7848753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4950" y="3772106"/>
            <a:ext cx="8723972" cy="611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4"/>
              </a:lnSpc>
            </a:pPr>
            <a:r>
              <a:rPr lang="en-US" sz="3299" spc="1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Car Rental System is a Java-based desktop application designed to simplify the process of renting vehicles. It provides a platform where customers can view available cars, check rental prices, book cars for a specific duration, and return them when finished. The system also allows administrators to manage cars, customers, and bookings efficiently.</a:t>
            </a:r>
          </a:p>
          <a:p>
            <a:pPr marL="0" lvl="0" indent="0" algn="l">
              <a:lnSpc>
                <a:spcPts val="4049"/>
              </a:lnSpc>
              <a:spcBef>
                <a:spcPct val="0"/>
              </a:spcBef>
            </a:pPr>
            <a:endParaRPr lang="en-US" sz="3299" spc="19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8190788" y="9564432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69" y="0"/>
                </a:lnTo>
                <a:lnTo>
                  <a:pt x="4076269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0874558" y="1894321"/>
            <a:ext cx="6384742" cy="7888337"/>
          </a:xfrm>
          <a:custGeom>
            <a:avLst/>
            <a:gdLst/>
            <a:ahLst/>
            <a:cxnLst/>
            <a:rect l="l" t="t" r="r" b="b"/>
            <a:pathLst>
              <a:path w="6384742" h="7888337">
                <a:moveTo>
                  <a:pt x="0" y="0"/>
                </a:moveTo>
                <a:lnTo>
                  <a:pt x="6384742" y="0"/>
                </a:lnTo>
                <a:lnTo>
                  <a:pt x="6384742" y="7888337"/>
                </a:lnTo>
                <a:lnTo>
                  <a:pt x="0" y="78883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286" r="-601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00635"/>
            <a:ext cx="5038071" cy="2850865"/>
            <a:chOff x="0" y="0"/>
            <a:chExt cx="1048738" cy="593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8738" cy="593443"/>
            </a:xfrm>
            <a:custGeom>
              <a:avLst/>
              <a:gdLst/>
              <a:ahLst/>
              <a:cxnLst/>
              <a:rect l="l" t="t" r="r" b="b"/>
              <a:pathLst>
                <a:path w="1048738" h="593443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541196"/>
                  </a:lnTo>
                  <a:cubicBezTo>
                    <a:pt x="1048738" y="570051"/>
                    <a:pt x="1025346" y="593443"/>
                    <a:pt x="996490" y="593443"/>
                  </a:cubicBezTo>
                  <a:lnTo>
                    <a:pt x="52247" y="593443"/>
                  </a:lnTo>
                  <a:cubicBezTo>
                    <a:pt x="23392" y="593443"/>
                    <a:pt x="0" y="570051"/>
                    <a:pt x="0" y="541196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8738" cy="63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001395"/>
            <a:ext cx="5038071" cy="3365069"/>
            <a:chOff x="0" y="0"/>
            <a:chExt cx="1048738" cy="7004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8738" cy="700481"/>
            </a:xfrm>
            <a:custGeom>
              <a:avLst/>
              <a:gdLst/>
              <a:ahLst/>
              <a:cxnLst/>
              <a:rect l="l" t="t" r="r" b="b"/>
              <a:pathLst>
                <a:path w="1048738" h="700481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48234"/>
                  </a:lnTo>
                  <a:cubicBezTo>
                    <a:pt x="1048738" y="662091"/>
                    <a:pt x="1043233" y="675380"/>
                    <a:pt x="1033435" y="685179"/>
                  </a:cubicBezTo>
                  <a:cubicBezTo>
                    <a:pt x="1023636" y="694977"/>
                    <a:pt x="1010347" y="700481"/>
                    <a:pt x="996490" y="700481"/>
                  </a:cubicBezTo>
                  <a:lnTo>
                    <a:pt x="52247" y="700481"/>
                  </a:lnTo>
                  <a:cubicBezTo>
                    <a:pt x="23392" y="700481"/>
                    <a:pt x="0" y="677089"/>
                    <a:pt x="0" y="648234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48738" cy="738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92531" y="2636180"/>
            <a:ext cx="5038071" cy="2850865"/>
            <a:chOff x="0" y="0"/>
            <a:chExt cx="1048738" cy="5934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8738" cy="593443"/>
            </a:xfrm>
            <a:custGeom>
              <a:avLst/>
              <a:gdLst/>
              <a:ahLst/>
              <a:cxnLst/>
              <a:rect l="l" t="t" r="r" b="b"/>
              <a:pathLst>
                <a:path w="1048738" h="593443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541196"/>
                  </a:lnTo>
                  <a:cubicBezTo>
                    <a:pt x="1048738" y="570051"/>
                    <a:pt x="1025346" y="593443"/>
                    <a:pt x="996490" y="593443"/>
                  </a:cubicBezTo>
                  <a:lnTo>
                    <a:pt x="52247" y="593443"/>
                  </a:lnTo>
                  <a:cubicBezTo>
                    <a:pt x="23392" y="593443"/>
                    <a:pt x="0" y="570051"/>
                    <a:pt x="0" y="541196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48738" cy="63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92531" y="6001395"/>
            <a:ext cx="5038071" cy="3365069"/>
            <a:chOff x="0" y="0"/>
            <a:chExt cx="1048738" cy="7004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8738" cy="700481"/>
            </a:xfrm>
            <a:custGeom>
              <a:avLst/>
              <a:gdLst/>
              <a:ahLst/>
              <a:cxnLst/>
              <a:rect l="l" t="t" r="r" b="b"/>
              <a:pathLst>
                <a:path w="1048738" h="700481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48234"/>
                  </a:lnTo>
                  <a:cubicBezTo>
                    <a:pt x="1048738" y="662091"/>
                    <a:pt x="1043233" y="675380"/>
                    <a:pt x="1033435" y="685179"/>
                  </a:cubicBezTo>
                  <a:cubicBezTo>
                    <a:pt x="1023636" y="694977"/>
                    <a:pt x="1010347" y="700481"/>
                    <a:pt x="996490" y="700481"/>
                  </a:cubicBezTo>
                  <a:lnTo>
                    <a:pt x="52247" y="700481"/>
                  </a:lnTo>
                  <a:cubicBezTo>
                    <a:pt x="23392" y="700481"/>
                    <a:pt x="0" y="677089"/>
                    <a:pt x="0" y="648234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48738" cy="738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311752" y="1820230"/>
            <a:ext cx="3032484" cy="6646539"/>
          </a:xfrm>
          <a:custGeom>
            <a:avLst/>
            <a:gdLst/>
            <a:ahLst/>
            <a:cxnLst/>
            <a:rect l="l" t="t" r="r" b="b"/>
            <a:pathLst>
              <a:path w="3032484" h="6646539">
                <a:moveTo>
                  <a:pt x="0" y="0"/>
                </a:moveTo>
                <a:lnTo>
                  <a:pt x="3032483" y="0"/>
                </a:lnTo>
                <a:lnTo>
                  <a:pt x="3032483" y="6646540"/>
                </a:lnTo>
                <a:lnTo>
                  <a:pt x="0" y="664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78760" y="2858491"/>
            <a:ext cx="4137951" cy="176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automate the process of renting cars.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2591" y="2858491"/>
            <a:ext cx="4137951" cy="176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reduce paperwork and human errors.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42591" y="6138442"/>
            <a:ext cx="4137951" cy="2943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4"/>
              </a:lnSpc>
              <a:spcBef>
                <a:spcPct val="0"/>
              </a:spcBef>
            </a:pPr>
            <a:r>
              <a:rPr lang="en-US" sz="3499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provide a user-friendly interface for both customers and administrators.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8760" y="6138442"/>
            <a:ext cx="4137951" cy="322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3499" spc="2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maintain accurate records of customers, cars, and rental transactions.</a:t>
            </a:r>
          </a:p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endParaRPr lang="en-US" sz="3499" spc="20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Freeform 19"/>
          <p:cNvSpPr/>
          <p:nvPr/>
        </p:nvSpPr>
        <p:spPr>
          <a:xfrm rot="-10800000">
            <a:off x="14827993" y="-1392447"/>
            <a:ext cx="4017146" cy="3158481"/>
          </a:xfrm>
          <a:custGeom>
            <a:avLst/>
            <a:gdLst/>
            <a:ahLst/>
            <a:cxnLst/>
            <a:rect l="l" t="t" r="r" b="b"/>
            <a:pathLst>
              <a:path w="4017146" h="3158481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8122300" y="-1644493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5635485" y="959147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 rot="-5400000">
            <a:off x="12134412" y="9245030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-1558320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17259300" y="7433853"/>
            <a:ext cx="1794966" cy="1932669"/>
          </a:xfrm>
          <a:custGeom>
            <a:avLst/>
            <a:gdLst/>
            <a:ahLst/>
            <a:cxnLst/>
            <a:rect l="l" t="t" r="r" b="b"/>
            <a:pathLst>
              <a:path w="1794966" h="1932669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-744232" y="460501"/>
            <a:ext cx="1488463" cy="1602652"/>
          </a:xfrm>
          <a:custGeom>
            <a:avLst/>
            <a:gdLst/>
            <a:ahLst/>
            <a:cxnLst/>
            <a:rect l="l" t="t" r="r" b="b"/>
            <a:pathLst>
              <a:path w="1488463" h="1602652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1028700" y="496609"/>
            <a:ext cx="7429500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5489" y="1170261"/>
            <a:ext cx="6998061" cy="2561528"/>
            <a:chOff x="0" y="0"/>
            <a:chExt cx="2342659" cy="8574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75489" y="3862348"/>
            <a:ext cx="6998061" cy="2561528"/>
            <a:chOff x="0" y="0"/>
            <a:chExt cx="2342659" cy="8574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75489" y="6557226"/>
            <a:ext cx="6998061" cy="2561528"/>
            <a:chOff x="0" y="0"/>
            <a:chExt cx="2342659" cy="857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504950" y="3671421"/>
            <a:ext cx="7025086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Modules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4950" y="6224278"/>
            <a:ext cx="7025086" cy="108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9"/>
              </a:lnSpc>
              <a:spcBef>
                <a:spcPct val="0"/>
              </a:spcBef>
            </a:pPr>
            <a:r>
              <a:rPr lang="en-US" sz="3199" spc="1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project is divided into three modules -&gt;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91672" y="1970670"/>
            <a:ext cx="1578952" cy="70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5500" spc="-4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1672" y="4670158"/>
            <a:ext cx="1578952" cy="70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5500" spc="-4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91672" y="7363641"/>
            <a:ext cx="1578952" cy="70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5500" spc="-4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18908" y="6749281"/>
            <a:ext cx="4132127" cy="212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69"/>
              </a:lnSpc>
              <a:spcBef>
                <a:spcPct val="0"/>
              </a:spcBef>
            </a:pPr>
            <a:r>
              <a:rPr lang="en-US" sz="4199" b="1" spc="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Rental Management Module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18908" y="4054404"/>
            <a:ext cx="4132127" cy="212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69"/>
              </a:lnSpc>
              <a:spcBef>
                <a:spcPct val="0"/>
              </a:spcBef>
            </a:pPr>
            <a:r>
              <a:rPr lang="en-US" sz="4199" b="1" spc="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Management Module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18908" y="1309221"/>
            <a:ext cx="4132127" cy="212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69"/>
              </a:lnSpc>
              <a:spcBef>
                <a:spcPct val="0"/>
              </a:spcBef>
            </a:pPr>
            <a:r>
              <a:rPr lang="en-US" sz="4199" b="1" spc="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Car Management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282649">
            <a:off x="753178" y="3852356"/>
            <a:ext cx="7567145" cy="2582288"/>
          </a:xfrm>
          <a:custGeom>
            <a:avLst/>
            <a:gdLst/>
            <a:ahLst/>
            <a:cxnLst/>
            <a:rect l="l" t="t" r="r" b="b"/>
            <a:pathLst>
              <a:path w="7567145" h="2582288">
                <a:moveTo>
                  <a:pt x="0" y="0"/>
                </a:moveTo>
                <a:lnTo>
                  <a:pt x="7567144" y="0"/>
                </a:lnTo>
                <a:lnTo>
                  <a:pt x="7567144" y="2582288"/>
                </a:lnTo>
                <a:lnTo>
                  <a:pt x="0" y="2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80231" y="2037564"/>
            <a:ext cx="5513037" cy="6211873"/>
          </a:xfrm>
          <a:custGeom>
            <a:avLst/>
            <a:gdLst/>
            <a:ahLst/>
            <a:cxnLst/>
            <a:rect l="l" t="t" r="r" b="b"/>
            <a:pathLst>
              <a:path w="5513037" h="6211873">
                <a:moveTo>
                  <a:pt x="0" y="0"/>
                </a:moveTo>
                <a:lnTo>
                  <a:pt x="5513038" y="0"/>
                </a:lnTo>
                <a:lnTo>
                  <a:pt x="5513038" y="6211872"/>
                </a:lnTo>
                <a:lnTo>
                  <a:pt x="0" y="621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17833" y="1544169"/>
            <a:ext cx="7848753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42068" y="3353752"/>
            <a:ext cx="9117232" cy="520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78" lvl="1" indent="-442589" algn="l">
              <a:lnSpc>
                <a:spcPts val="5534"/>
              </a:lnSpc>
              <a:buFont typeface="Arial"/>
              <a:buChar char="•"/>
            </a:pPr>
            <a:r>
              <a:rPr lang="en-US" sz="4099" spc="24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Car Management: Add, remove, update cars.</a:t>
            </a:r>
          </a:p>
          <a:p>
            <a:pPr marL="885178" lvl="1" indent="-442589" algn="l">
              <a:lnSpc>
                <a:spcPts val="5534"/>
              </a:lnSpc>
              <a:buFont typeface="Arial"/>
              <a:buChar char="•"/>
            </a:pPr>
            <a:r>
              <a:rPr lang="en-US" sz="4099" spc="24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Management: Register, login, and update profile.</a:t>
            </a:r>
          </a:p>
          <a:p>
            <a:pPr marL="885178" lvl="1" indent="-442589" algn="l">
              <a:lnSpc>
                <a:spcPts val="5534"/>
              </a:lnSpc>
              <a:buFont typeface="Arial"/>
              <a:buChar char="•"/>
            </a:pPr>
            <a:r>
              <a:rPr lang="en-US" sz="4099" spc="24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Rental Management: Book a car, return a car, calculate bill.</a:t>
            </a:r>
          </a:p>
          <a:p>
            <a:pPr marL="431799" lvl="1" indent="-215899" algn="l">
              <a:lnSpc>
                <a:spcPts val="2699"/>
              </a:lnSpc>
              <a:buFont typeface="Arial"/>
              <a:buChar char="•"/>
            </a:pPr>
            <a:endParaRPr lang="en-US" sz="4099" spc="24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2061" y="720492"/>
            <a:ext cx="5587239" cy="2662922"/>
            <a:chOff x="0" y="0"/>
            <a:chExt cx="2065940" cy="984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72061" y="3962610"/>
            <a:ext cx="5587239" cy="2662922"/>
            <a:chOff x="0" y="0"/>
            <a:chExt cx="2065940" cy="9846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72061" y="7022981"/>
            <a:ext cx="5587239" cy="2662922"/>
            <a:chOff x="0" y="0"/>
            <a:chExt cx="2065940" cy="9846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20492"/>
            <a:ext cx="5587239" cy="2662922"/>
            <a:chOff x="0" y="0"/>
            <a:chExt cx="2065940" cy="9846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3962610"/>
            <a:ext cx="5587239" cy="2662922"/>
            <a:chOff x="0" y="0"/>
            <a:chExt cx="2065940" cy="9846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6989311"/>
            <a:ext cx="5587239" cy="2662922"/>
            <a:chOff x="0" y="0"/>
            <a:chExt cx="2065940" cy="98464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65940" cy="984643"/>
            </a:xfrm>
            <a:custGeom>
              <a:avLst/>
              <a:gdLst/>
              <a:ahLst/>
              <a:cxnLst/>
              <a:rect l="l" t="t" r="r" b="b"/>
              <a:pathLst>
                <a:path w="2065940" h="98464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963859"/>
                  </a:lnTo>
                  <a:cubicBezTo>
                    <a:pt x="2065940" y="975338"/>
                    <a:pt x="2056635" y="984643"/>
                    <a:pt x="2045156" y="984643"/>
                  </a:cubicBezTo>
                  <a:lnTo>
                    <a:pt x="20785" y="984643"/>
                  </a:lnTo>
                  <a:cubicBezTo>
                    <a:pt x="9306" y="984643"/>
                    <a:pt x="0" y="975338"/>
                    <a:pt x="0" y="96385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7900054">
            <a:off x="7348622" y="2133028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2700000">
            <a:off x="10017119" y="2144497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3209977">
            <a:off x="9982257" y="7239835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7866361">
            <a:off x="7346372" y="7251096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279317" y="933450"/>
            <a:ext cx="4551897" cy="226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7"/>
              </a:lnSpc>
            </a:pPr>
            <a:r>
              <a:rPr lang="en-US" sz="33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Encapsulation: Private variables with getters and setters.</a:t>
            </a:r>
          </a:p>
          <a:p>
            <a:pPr marL="0" lvl="0" indent="0" algn="l">
              <a:lnSpc>
                <a:spcPts val="3277"/>
              </a:lnSpc>
              <a:spcBef>
                <a:spcPct val="0"/>
              </a:spcBef>
            </a:pPr>
            <a:endParaRPr lang="en-US" sz="33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279317" y="3900366"/>
            <a:ext cx="4551897" cy="27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7"/>
              </a:lnSpc>
            </a:pPr>
            <a:r>
              <a:rPr lang="en-US" sz="33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Polymorphism: displayDetails() method for Car and Customer</a:t>
            </a:r>
            <a:r>
              <a:rPr lang="en-US" sz="3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lvl="0" indent="0" algn="l">
              <a:lnSpc>
                <a:spcPts val="1936"/>
              </a:lnSpc>
              <a:spcBef>
                <a:spcPct val="0"/>
              </a:spcBef>
            </a:pPr>
            <a:endParaRPr lang="en-US" sz="33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192067" y="7220126"/>
            <a:ext cx="4726396" cy="210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7"/>
              </a:lnSpc>
            </a:pPr>
            <a:r>
              <a:rPr lang="en-US" sz="33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Exception Handling: Handling invalid inputs, unavailable cars, etc.</a:t>
            </a:r>
          </a:p>
          <a:p>
            <a:pPr marL="0" lvl="0" indent="0" algn="l">
              <a:lnSpc>
                <a:spcPts val="1936"/>
              </a:lnSpc>
              <a:spcBef>
                <a:spcPct val="0"/>
              </a:spcBef>
            </a:pPr>
            <a:endParaRPr lang="en-US" sz="33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20905" y="1175266"/>
            <a:ext cx="4402829" cy="227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7"/>
              </a:lnSpc>
            </a:pPr>
            <a:r>
              <a:rPr lang="en-US" sz="33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Classes &amp; Objects: Car, Customer, Rental, Admin.</a:t>
            </a:r>
          </a:p>
          <a:p>
            <a:pPr marL="0" lvl="0" indent="0" algn="l">
              <a:lnSpc>
                <a:spcPts val="3306"/>
              </a:lnSpc>
            </a:pPr>
            <a:endParaRPr lang="en-US" sz="33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20905" y="4021340"/>
            <a:ext cx="4572229" cy="245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6"/>
              </a:lnSpc>
            </a:pPr>
            <a:r>
              <a:rPr lang="en-US" sz="3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2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nheritance: User (base class) → Admin, Customer (derived classes).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0905" y="6960736"/>
            <a:ext cx="4402829" cy="272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6"/>
              </a:lnSpc>
            </a:pPr>
            <a:r>
              <a:rPr lang="en-US" sz="32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Abstraction: Abstract class /interface for Rental operations</a:t>
            </a:r>
            <a:r>
              <a:rPr lang="en-US" sz="3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lvl="0" indent="0" algn="l">
              <a:lnSpc>
                <a:spcPts val="1936"/>
              </a:lnSpc>
            </a:pPr>
            <a:endParaRPr lang="en-US" sz="329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995244" y="3895276"/>
            <a:ext cx="4297511" cy="202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76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74156" y="4309695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5141880" y="4043127"/>
            <a:ext cx="502056" cy="5020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8078" y="4043127"/>
            <a:ext cx="502056" cy="502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18121" y="4058667"/>
            <a:ext cx="502056" cy="5020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19174" y="4058667"/>
            <a:ext cx="502056" cy="5020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561153" y="1514152"/>
            <a:ext cx="9165694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</a:t>
            </a:r>
          </a:p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8078" y="4773317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41880" y="4773317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1456" y="5614693"/>
            <a:ext cx="3703801" cy="296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basic Java classes</a:t>
            </a:r>
          </a:p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(Car, Customer, Rental, Admin).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92908" y="5614693"/>
            <a:ext cx="2732862" cy="296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 OOP concepts in code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6798" y="4773317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76798" y="5567068"/>
            <a:ext cx="2747991" cy="146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 GUI using Swing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19174" y="476402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19174" y="5567068"/>
            <a:ext cx="2646492" cy="146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Store data in database</a:t>
            </a:r>
          </a:p>
        </p:txBody>
      </p:sp>
      <p:sp>
        <p:nvSpPr>
          <p:cNvPr id="24" name="Freeform 24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3155818" y="9308109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2" name="Group 32"/>
          <p:cNvGrpSpPr/>
          <p:nvPr/>
        </p:nvGrpSpPr>
        <p:grpSpPr>
          <a:xfrm>
            <a:off x="15262955" y="3990470"/>
            <a:ext cx="554712" cy="55471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5061977" y="476402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146685" y="5614693"/>
            <a:ext cx="2646492" cy="2217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7"/>
              </a:lnSpc>
            </a:pPr>
            <a:r>
              <a:rPr lang="en-US" sz="3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Test with sample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19907" y="1950456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256115" y="2639048"/>
            <a:ext cx="7181225" cy="5008904"/>
          </a:xfrm>
          <a:custGeom>
            <a:avLst/>
            <a:gdLst/>
            <a:ahLst/>
            <a:cxnLst/>
            <a:rect l="l" t="t" r="r" b="b"/>
            <a:pathLst>
              <a:path w="7181225" h="5008904">
                <a:moveTo>
                  <a:pt x="0" y="0"/>
                </a:moveTo>
                <a:lnTo>
                  <a:pt x="7181225" y="0"/>
                </a:lnTo>
                <a:lnTo>
                  <a:pt x="7181225" y="5008904"/>
                </a:lnTo>
                <a:lnTo>
                  <a:pt x="0" y="500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4950" y="2366604"/>
            <a:ext cx="8751165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04950" y="4402454"/>
            <a:ext cx="7707571" cy="485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599" spc="21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demonstrates how a basic car rental system can be implemented using Java OOP principles. While simple, it highlights important programming skills that can be scaled for real-world use.</a:t>
            </a:r>
          </a:p>
          <a:p>
            <a:pPr marL="0" lvl="0" indent="0" algn="l">
              <a:lnSpc>
                <a:spcPts val="4859"/>
              </a:lnSpc>
              <a:spcBef>
                <a:spcPct val="0"/>
              </a:spcBef>
            </a:pPr>
            <a:endParaRPr lang="en-US" sz="3599" spc="21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88802" y="3019867"/>
            <a:ext cx="10910396" cy="336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Custom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DM Sans</vt:lpstr>
      <vt:lpstr>Calibri</vt:lpstr>
      <vt:lpstr>DM Sans Bold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Doodle Project Presentation</dc:title>
  <cp:lastModifiedBy>harsh</cp:lastModifiedBy>
  <cp:revision>2</cp:revision>
  <dcterms:created xsi:type="dcterms:W3CDTF">2006-08-16T00:00:00Z</dcterms:created>
  <dcterms:modified xsi:type="dcterms:W3CDTF">2025-09-07T20:24:34Z</dcterms:modified>
  <dc:identifier>DAGyUn1hY2k</dc:identifier>
</cp:coreProperties>
</file>